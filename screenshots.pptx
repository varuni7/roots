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BEB80-9773-4B4A-907D-C0A9669F5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86B11-A901-49AB-B018-9588CC0CD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ED91-8F28-4267-B320-01B4B41D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94EE-0D68-4868-B1A7-AA61B9163A50}" type="datetimeFigureOut">
              <a:rPr lang="en-IN" smtClean="0"/>
              <a:t>17-10-2021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364D5-3EC5-4B89-81A3-037DC721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A6297-4201-40A8-9E5D-11D41715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F4F-7DE8-4756-B67D-1F3BAC13E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64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5B71-2023-4720-A947-013136D3D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207DC-3A60-4749-9DE5-AE465C838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2CB48-C47C-49ED-AC45-08F680AFF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94EE-0D68-4868-B1A7-AA61B9163A50}" type="datetimeFigureOut">
              <a:rPr lang="en-IN" smtClean="0"/>
              <a:t>17-10-2021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B7B26-9908-4AD6-BEC8-B41BD3FDA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C5A24-D616-4FE1-82ED-8560CDCFE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F4F-7DE8-4756-B67D-1F3BAC13E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48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A3D18-85D7-4E0A-9FA9-985A0DDFA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D6C9-B6B9-4D71-B77A-88A4DBB30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078C0-30CD-491D-9CF6-6ADD20129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94EE-0D68-4868-B1A7-AA61B9163A50}" type="datetimeFigureOut">
              <a:rPr lang="en-IN" smtClean="0"/>
              <a:t>17-10-2021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97E11-75A9-4F93-8B80-3C278DD6B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66CEB-41A2-4586-9DAF-22DE6FD9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F4F-7DE8-4756-B67D-1F3BAC13E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50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4079-173A-4F92-A3A8-30F8DD49F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076FF-7AE2-4675-86A2-F87BF1570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013F7-E254-4C92-A084-B0535C8EB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43B71-50E0-4C45-8714-C4C38CDDA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94EE-0D68-4868-B1A7-AA61B9163A50}" type="datetimeFigureOut">
              <a:rPr lang="en-IN" smtClean="0"/>
              <a:t>17-10-2021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C93F3-3F79-4024-ABBC-D78946D48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04358-E98D-4A34-A286-4806B4E8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F4F-7DE8-4756-B67D-1F3BAC13E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90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517F2-7FD0-41C9-9AA7-32535D5FB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BCE7D-F9B5-445B-8E11-8FAF69E36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FB368-D913-44E7-83B7-BEE65EFED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5E984E-5AAF-4770-A450-F7DFCC257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C001A0-7C5E-485F-9F1D-59A120696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019E79-3B6A-4907-94BB-C4FEE4D6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94EE-0D68-4868-B1A7-AA61B9163A50}" type="datetimeFigureOut">
              <a:rPr lang="en-IN" smtClean="0"/>
              <a:t>17-10-2021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D67318-9918-4C65-9401-2CD9849E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2DFE78-BA39-4EF2-A6A8-6C3BE0B3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F4F-7DE8-4756-B67D-1F3BAC13E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59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B1A6-1B02-48DA-9DF3-3FEC6E3D4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DAA5DA-261B-480D-8C98-3071D2B80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94EE-0D68-4868-B1A7-AA61B9163A50}" type="datetimeFigureOut">
              <a:rPr lang="en-IN" smtClean="0"/>
              <a:t>17-10-2021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B2A96D-805B-44F1-8EE1-005F9DA7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65672-FCDA-4967-8BB2-47DFAF1A9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F4F-7DE8-4756-B67D-1F3BAC13E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574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6BCD71-01D4-49E0-AA04-9B5F811DD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94EE-0D68-4868-B1A7-AA61B9163A50}" type="datetimeFigureOut">
              <a:rPr lang="en-IN" smtClean="0"/>
              <a:t>17-10-2021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129E58-954D-4949-9C60-80A963DC3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9AD8C-7567-4680-8470-F8E1B181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F4F-7DE8-4756-B67D-1F3BAC13E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59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F0A80-80C5-4D22-B392-8E159ED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7C750-CC6B-48E8-943F-F892B8651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F3D6D-8F99-4CCE-912A-16A62021F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EFADE-4426-4A16-9D9B-A74EFD011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94EE-0D68-4868-B1A7-AA61B9163A50}" type="datetimeFigureOut">
              <a:rPr lang="en-IN" smtClean="0"/>
              <a:t>17-10-2021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17E68-0218-40E8-852E-58D83767C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34F70-C81E-49B0-AB74-31537D4D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F4F-7DE8-4756-B67D-1F3BAC13E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70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7740A-1B69-4FCE-8A58-D2B1D7491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431526-D00E-4096-856C-43CF1E61A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57CD2-02F8-4A7E-A590-27C72B20B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FC653-3381-4DFC-9357-9A93C443D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94EE-0D68-4868-B1A7-AA61B9163A50}" type="datetimeFigureOut">
              <a:rPr lang="en-IN" smtClean="0"/>
              <a:t>17-10-2021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BB3CF-F5BE-40F5-B033-C44273F04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B684A-F807-46B2-92FC-7FB0B6FE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F4F-7DE8-4756-B67D-1F3BAC13E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80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183DE-9F76-49D2-98F3-E5934C012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EADB6-3643-4AAA-9D13-0BFF697B0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BD626-EECC-42DF-9C41-A998AC9F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94EE-0D68-4868-B1A7-AA61B9163A50}" type="datetimeFigureOut">
              <a:rPr lang="en-IN" smtClean="0"/>
              <a:t>17-10-2021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84782-5843-48E6-A0E5-5EFA713E3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2C2EB-6413-4EF7-ADB5-0C992300B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F4F-7DE8-4756-B67D-1F3BAC13E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044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AA16F9-5A06-4B7A-B151-284DE9A86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4F6D5-86EA-4C63-B0B2-8F3CCF132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BEA3B-169A-442D-9F38-409525A4D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B94EE-0D68-4868-B1A7-AA61B9163A50}" type="datetimeFigureOut">
              <a:rPr lang="en-IN" smtClean="0"/>
              <a:t>17-10-2021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8B9DC-B560-4946-9C03-206C4AD1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B054B-BF4B-47C5-9890-26B5DA088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40F4F-7DE8-4756-B67D-1F3BAC13E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394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73748A-1276-41C4-871B-FC7BA8119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8B8E6-6C51-44B6-B964-E19EE03A8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C3794-FD67-4936-8F16-5083CC523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B94EE-0D68-4868-B1A7-AA61B9163A50}" type="datetimeFigureOut">
              <a:rPr lang="en-IN" smtClean="0"/>
              <a:t>17-10-2021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3264B-74B3-46B9-A2B0-5E70697B8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B11E8-C435-47DE-87E8-89D4D7584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40F4F-7DE8-4756-B67D-1F3BAC13E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96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657D12-7DB3-4EC5-9B18-DEE2624AE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5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40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8562A0-7882-46EC-9973-DC53D5D25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3" y="0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72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C9EA33-5AF3-487F-B2C9-AE3E59CA9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5" y="0"/>
            <a:ext cx="4743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89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D272B7-172F-46D0-AF16-8FC394CDE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75" y="0"/>
            <a:ext cx="46291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87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60EB1A-77C6-4115-93F5-4912804C8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0"/>
            <a:ext cx="3886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6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7A29A8-07A8-4701-A845-FBF02E293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3" y="0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17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8BE2B3-008E-4835-A0CD-CBDA6ABA7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3" y="0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38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05E3B6-4406-480F-8735-B89307458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3" y="0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47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6B255E-8C81-45FA-84FF-670EFB79C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061" y="0"/>
            <a:ext cx="3591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586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C9063B-19C5-4AFE-BDE7-A78EA3CEF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3" y="0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01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78845-B6F0-44F3-B739-817D59D66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3" y="0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655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Varuni .</dc:creator>
  <cp:lastModifiedBy>Varuni .</cp:lastModifiedBy>
  <cp:revision>1</cp:revision>
  <dcterms:created xsi:type="dcterms:W3CDTF">2021-10-17T10:35:44Z</dcterms:created>
  <dcterms:modified xsi:type="dcterms:W3CDTF">2021-10-17T10:44:10Z</dcterms:modified>
</cp:coreProperties>
</file>